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805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0876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DATA ANALYSIS AND PREDICTION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Project Presentation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Data  •  Time-Series Analysis  •  Regression &amp; ML Models  •  Forecasting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0" y="4617720"/>
            <a:ext cx="9144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 2026 – 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DETAILS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4503420"/>
          </a:xfrm>
          <a:prstGeom prst="rect">
            <a:avLst/>
          </a:prstGeom>
          <a:solidFill>
            <a:srgbClr val="F1FA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93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ROHIT KURUP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Number: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47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25SCS1003001209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76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/ Branch: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06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/ AIML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352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/ Year: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644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/ 2ND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93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227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 2CSE-2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Institution: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811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</a:t>
            </a:r>
            <a:endParaRPr lang="en-US" sz="1300" dirty="0"/>
          </a:p>
        </p:txBody>
      </p:sp>
      <p:pic>
        <p:nvPicPr>
          <p:cNvPr id="17" name="Image 0" descr="img/iil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148840"/>
            <a:ext cx="3108960" cy="10332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E639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896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89611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Problem Statement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26464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4264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42646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Data Landscape &amp; Sources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457B9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9568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195681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Design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487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48716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&amp; Modules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0175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175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547872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547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5478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Challenges, SWOT &amp; Future Trends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078224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457B9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0782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407822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Weather Data Analysis and Prediction System?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 pipeline that collects historical weather observations from multiple sources, cleans and analyses them for trends and seasonality, and applies regression and time-series models to forecast future temperature and related conditions.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24328" cy="2514600"/>
          </a:xfrm>
          <a:prstGeom prst="roundRect">
            <a:avLst>
              <a:gd name="adj" fmla="val 2909"/>
            </a:avLst>
          </a:prstGeom>
          <a:solidFill>
            <a:srgbClr val="F1FAE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03120"/>
            <a:ext cx="2624328" cy="3657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1031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542032"/>
            <a:ext cx="235000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stations, satellites &amp; radar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weather APIs (NOAA/IMD)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CSV/open datasets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4408" y="2103120"/>
            <a:ext cx="2624328" cy="2514600"/>
          </a:xfrm>
          <a:prstGeom prst="roundRect">
            <a:avLst>
              <a:gd name="adj" fmla="val 2909"/>
            </a:avLst>
          </a:prstGeom>
          <a:solidFill>
            <a:srgbClr val="F1FA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64408" y="2103120"/>
            <a:ext cx="2624328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74136" y="21031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Engine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2542032"/>
            <a:ext cx="235000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&amp; feature engineering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Regression, ARIMA &amp; LSTM models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evaluation (RMSE/MAE)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71616" y="2103120"/>
            <a:ext cx="2624328" cy="2514600"/>
          </a:xfrm>
          <a:prstGeom prst="roundRect">
            <a:avLst>
              <a:gd name="adj" fmla="val 2909"/>
            </a:avLst>
          </a:prstGeom>
          <a:solidFill>
            <a:srgbClr val="F1FA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071616" y="2103120"/>
            <a:ext cx="2624328" cy="36576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81344" y="21031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Users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208776" y="2542032"/>
            <a:ext cx="235000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&amp; planners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&amp; agriculture teams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&amp; disaster-management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DATA LANDSCAPE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1FA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509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yrs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356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Historical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Span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0" y="841248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1FA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60320" y="9509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1.15°C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4356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Temp.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(2024)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1FA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9509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4356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Weather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 Types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841248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1FA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0" y="9509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4356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Cadence</a:t>
            </a:r>
            <a:endParaRPr lang="en-US" sz="950" dirty="0"/>
          </a:p>
        </p:txBody>
      </p:sp>
      <p:pic>
        <p:nvPicPr>
          <p:cNvPr id="16" name="Image 0" descr="img/fig_2_1_temp_anoma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57400"/>
            <a:ext cx="4160520" cy="2395728"/>
          </a:xfrm>
          <a:prstGeom prst="rect">
            <a:avLst/>
          </a:prstGeom>
        </p:spPr>
      </p:pic>
      <p:pic>
        <p:nvPicPr>
          <p:cNvPr id="17" name="Image 1" descr="img/fig_2_3_data_sour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057400"/>
            <a:ext cx="388620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 APPROACHES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complementary families of prediction techniques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1FAE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3977640" cy="5029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REGRESSION-BASED MODELS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3520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&amp; polynomial regression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interpretable and fast to train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suited for smooth, long-term trends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baseline before complex models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1FAEE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325880"/>
            <a:ext cx="397764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3258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&amp; DEEP LEARNING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965960"/>
            <a:ext cx="3520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ARIMA / SARIMA and LSTM networks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seasonality &amp; non-linear patterns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more data, tuning &amp; compute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stronger short/medium-term accuracy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000" dirty="0"/>
          </a:p>
        </p:txBody>
      </p:sp>
      <p:pic>
        <p:nvPicPr>
          <p:cNvPr id="4" name="Image 0" descr="img/fig_5_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777240"/>
            <a:ext cx="72237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 &amp; CORE FEATURES</a:t>
            </a:r>
            <a:endParaRPr lang="en-US" sz="2000" dirty="0"/>
          </a:p>
        </p:txBody>
      </p:sp>
      <p:pic>
        <p:nvPicPr>
          <p:cNvPr id="4" name="Image 0" descr="img/fig_5_2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8229600" cy="9418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9659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1FAE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377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ingestion (stations, APIs, satellites)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3246120" y="19659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1FA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38328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377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Missing-value handling &amp; outlier detection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035040" y="19659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1FA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7220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Engg.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2377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values, rolling averages, seasonal features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457200" y="315468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1FA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436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3566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Regression, ARIMA &amp; LSTM model training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3246120" y="315468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1FAE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3832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3383280" y="3566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RMSE, MAE &amp; R² on held-out test data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6035040" y="315468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1FAE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17220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3566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Trend, forecast &amp; accuracy dashboards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1FA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96112"/>
            <a:ext cx="2011680" cy="3657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89611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Modelling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335024"/>
            <a:ext cx="173736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/ NumPy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statsmodels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/ Keras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896112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1FAEE"/>
          </a:solidFill>
          <a:ln/>
        </p:spPr>
      </p:sp>
      <p:sp>
        <p:nvSpPr>
          <p:cNvPr id="9" name="Shape 7"/>
          <p:cNvSpPr/>
          <p:nvPr/>
        </p:nvSpPr>
        <p:spPr>
          <a:xfrm>
            <a:off x="2606040" y="896112"/>
            <a:ext cx="201168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15768" y="89611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Serving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335024"/>
            <a:ext cx="173736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/ FastAPI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APIs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Airflow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retraining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896112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1FAEE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896112"/>
            <a:ext cx="2011680" cy="36576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64608" y="89611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335024"/>
            <a:ext cx="173736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Parquet files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InfluxDB / TimescaleDB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/ SQLite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03720" y="896112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1FA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903720" y="896112"/>
            <a:ext cx="2011680" cy="3657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13448" y="89611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&amp; Tools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1335024"/>
            <a:ext cx="173736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/ Colab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version control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dashboards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SWOT HIGHLIGHTS</a:t>
            </a:r>
            <a:endParaRPr lang="en-US" sz="2000" dirty="0"/>
          </a:p>
        </p:txBody>
      </p:sp>
      <p:pic>
        <p:nvPicPr>
          <p:cNvPr id="4" name="Image 0" descr="img/fig_10_1_sw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77240"/>
            <a:ext cx="4846320" cy="3630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94960" y="822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128016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/ noisy sensor data</a:t>
            </a:r>
            <a:endParaRPr lang="en-US" sz="120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Non-stationary climate patterns</a:t>
            </a:r>
            <a:endParaRPr lang="en-US" sz="120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extreme-event prediction</a:t>
            </a:r>
            <a:endParaRPr lang="en-US" sz="120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on small datasets</a:t>
            </a:r>
            <a:endParaRPr lang="en-US" sz="120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API dependency</a:t>
            </a:r>
            <a:endParaRPr lang="en-US" sz="120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periodic retraining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TRENDS &amp; OPPORTUNITIES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1FA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26517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Models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4356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regression/ARIMA with deep learning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1FAEE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868680"/>
            <a:ext cx="26517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Sensor Growth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4356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sensors enabling denser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86868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1FA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868680"/>
            <a:ext cx="2651760" cy="73152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Micro-Forecasting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4356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localized, street-level predictions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1FAE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5176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Climate-Risk Apps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2186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planning, energy &amp; disaster warnings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65176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1FAEE"/>
          </a:solidFill>
          <a:ln/>
        </p:spPr>
      </p:sp>
      <p:sp>
        <p:nvSpPr>
          <p:cNvPr id="21" name="Shape 19"/>
          <p:cNvSpPr/>
          <p:nvPr/>
        </p:nvSpPr>
        <p:spPr>
          <a:xfrm>
            <a:off x="3246120" y="2651760"/>
            <a:ext cx="2651760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8328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Forecasts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32186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Uncertainty-aware, trustworthy predictions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65176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1FAEE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0" y="2651760"/>
            <a:ext cx="2651760" cy="73152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Edge Deploy.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2186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retraining &amp; real-time serving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RECOMMENDATIONS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data analysis combines multi-source historical data with time-series and regression techniques to forecast future conditions.</a:t>
            </a:r>
            <a:endParaRPr lang="en-US" sz="1100" dirty="0"/>
          </a:p>
          <a:p>
            <a:pPr marL="203200" indent="-2032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Thorough data cleaning and exploratory analysis matter as much as model choice, since weather data is noisy and irregularly sampled.</a:t>
            </a:r>
            <a:endParaRPr lang="en-US" sz="1100" dirty="0"/>
          </a:p>
          <a:p>
            <a:pPr marL="203200" indent="-2032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and ARIMA provide strong, interpretable baselines; LSTM improves accuracy when sufficient historical data exists.</a:t>
            </a:r>
            <a:endParaRPr lang="en-US" sz="1100" dirty="0"/>
          </a:p>
          <a:p>
            <a:pPr marL="203200" indent="-2032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modular pipeline — ingestion, preprocessing, modelling, evaluation and visualization — is reusable across locations and parameters.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370332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2A9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8600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4224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 Welcome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576</Words>
  <Application>Microsoft Office PowerPoint</Application>
  <PresentationFormat>On-screen Show (16:9)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Rohit Kurup</cp:lastModifiedBy>
  <cp:revision>2</cp:revision>
  <dcterms:created xsi:type="dcterms:W3CDTF">2026-09-06T07:30:07Z</dcterms:created>
  <dcterms:modified xsi:type="dcterms:W3CDTF">2026-09-06T07:43:18Z</dcterms:modified>
</cp:coreProperties>
</file>